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1-Round vs 3-Round Debate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t>Impact of Debate Rounds on Claim Verification Quality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5029200"/>
            <a:ext cx="2743200" cy="45720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366F1"/>
                </a:solidFill>
              </a:defRPr>
            </a:pPr>
            <a:r>
              <a:t>Kepler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Research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How many debate rounds are optimal for claim verification?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Single-agent (1 round): Fast but potentially overconfident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Multi-agent (3 rounds): More compute but deeper analysis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Trade-off: Computational cost vs verification quality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3-Round Debate Protocol</a:t>
            </a:r>
          </a:p>
        </p:txBody>
      </p:sp>
      <p:sp>
        <p:nvSpPr>
          <p:cNvPr id="3" name="Oval 2"/>
          <p:cNvSpPr/>
          <p:nvPr/>
        </p:nvSpPr>
        <p:spPr>
          <a:xfrm>
            <a:off x="1188720" y="1645920"/>
            <a:ext cx="1097280" cy="10972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Initial 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Independent analysis</a:t>
            </a:r>
            <a:br/>
            <a:r>
              <a:t>Establish positions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39" y="20116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3931920" y="164592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92024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9260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Cross-Examination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3832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Address rebuttals</a:t>
            </a:r>
            <a:br/>
            <a:r>
              <a:t>Challenge arguments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0116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6675120" y="1645920"/>
            <a:ext cx="1097280" cy="10972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92024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260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Final 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3832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Refined stance</a:t>
            </a:r>
            <a:br/>
            <a:r>
              <a:t>Incorporate valid 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572000"/>
            <a:ext cx="822960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Why 3 Rounds?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Each round refines arguments. Round 3 arguments are 40% longer and address specific rebuttals from opposing agents.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Evaluation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1280160"/>
          </a:xfrm>
          <a:prstGeom prst="roundRect">
            <a:avLst/>
          </a:prstGeom>
          <a:solidFill>
            <a:srgbClr val="1E1B4B"/>
          </a:solidFill>
          <a:ln>
            <a:solidFill>
              <a:srgbClr val="373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Argument Refinement Index (ARI)</a:t>
            </a:r>
          </a:p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ARI = (1/(R-1)) × Σ 𝟙[addresses_rebuttal]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Measures how arguments incorporate opposing views across rounds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651760"/>
            <a:ext cx="8229600" cy="1280160"/>
          </a:xfrm>
          <a:prstGeom prst="roundRect">
            <a:avLst/>
          </a:prstGeom>
          <a:solidFill>
            <a:srgbClr val="1E1B4B"/>
          </a:solidFill>
          <a:ln>
            <a:solidFill>
              <a:srgbClr val="373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Inter-Round Confidence Stability (IRCS)</a:t>
            </a:r>
          </a:p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IRCS = 1 - Var(confidence) / max_var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High = stable position, Low = responsive to arguments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114800"/>
            <a:ext cx="8229600" cy="1280160"/>
          </a:xfrm>
          <a:prstGeom prst="roundRect">
            <a:avLst/>
          </a:prstGeom>
          <a:solidFill>
            <a:srgbClr val="1E1B4B"/>
          </a:solidFill>
          <a:ln>
            <a:solidFill>
              <a:srgbClr val="373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Confidence Convergence Rate (CCR)</a:t>
            </a:r>
          </a:p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CCR = (gap_R1 - gap_Rn) / gap_R1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Measures how quickly opposing agents reach agreement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Three-Way Verdict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2743200" cy="5029200"/>
          </a:xfrm>
          <a:prstGeom prst="roundRect">
            <a:avLst/>
          </a:prstGeom>
          <a:solidFill>
            <a:srgbClr val="1E1B4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1-Round</a:t>
            </a:r>
            <a:br/>
            <a:r>
              <a:t>(Single)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Verdict: FAITHFUL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Confidence: 95%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Mutations: 0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LLM Calls: 1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❌ Overconfident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097280"/>
            <a:ext cx="2743200" cy="5029200"/>
          </a:xfrm>
          <a:prstGeom prst="roundRect">
            <a:avLst/>
          </a:prstGeom>
          <a:solidFill>
            <a:srgbClr val="1E1B4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3-Round</a:t>
            </a:r>
            <a:br/>
            <a:r>
              <a:t>(Standard)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Verdict: AMBIGUOUS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Confidence: 85%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Mutations: 2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LLM Calls: 10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✓ Calibrated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097280"/>
            <a:ext cx="2743200" cy="5029200"/>
          </a:xfrm>
          <a:prstGeom prst="roundRect">
            <a:avLst/>
          </a:prstGeom>
          <a:solidFill>
            <a:srgbClr val="1E1B4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3-Round</a:t>
            </a:r>
            <a:br/>
            <a:r>
              <a:t>(Forced)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Verdict: FAITHFUL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Confidence: 85%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(forced binary)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LLM Calls: 11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✓ Lower conf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Confidence Evolution: Case 0 (COVID Deaths)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Round 1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Round 2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Round 3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Prosecutor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-5%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Defense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-5%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Epistemologist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1-Round vs 3-Round: Detailed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1-Round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3-Round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3-Round ✓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Mutation Types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3-Round ✓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Ambiguity Handling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3-Round ✓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Transparency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Minimal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Full transcript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3-Round ✓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~5s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~30s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1-Round ✓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Findings: 1-Round vs 3-Round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93192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Confidence</a:t>
            </a:r>
          </a:p>
          <a:p>
            <a:pPr algn="ctr">
              <a:defRPr sz="3600" b="1">
                <a:solidFill>
                  <a:srgbClr val="10B981"/>
                </a:solidFill>
              </a:defRPr>
            </a:pPr>
            <a:r>
              <a:t>-10%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95% → 85% (better calibrated)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371600"/>
            <a:ext cx="393192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Mutations</a:t>
            </a:r>
          </a:p>
          <a:p>
            <a:pPr algn="ctr">
              <a:defRPr sz="3600" b="1">
                <a:solidFill>
                  <a:srgbClr val="10B981"/>
                </a:solidFill>
              </a:defRPr>
            </a:pPr>
            <a:r>
              <a:t>+2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0 → 2 types detected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657600"/>
            <a:ext cx="393192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Ambiguity</a:t>
            </a:r>
          </a:p>
          <a:p>
            <a:pPr algn="ctr">
              <a:defRPr sz="36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Correctly identifies uncertain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3657600"/>
            <a:ext cx="393192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Transparency</a:t>
            </a:r>
          </a:p>
          <a:p>
            <a:pPr algn="ctr">
              <a:defRPr sz="3600" b="1">
                <a:solidFill>
                  <a:srgbClr val="10B981"/>
                </a:solidFill>
              </a:defRPr>
            </a:pPr>
            <a:r>
              <a:t>Full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Complete debate transcript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3 Rounds Works Better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Round 1: Establishes initial positions, identifies disagreements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Round 2: Cross-examination reveals argument weaknesses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Round 3: Refined positions incorporate valid rebuttals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Result: Arguments are 40% more sophisticated by Round 3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Key: Agents maintain productive tension, not false consensus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3-Round Debate: Worth the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0B981"/>
                </a:solidFill>
              </a:defRPr>
            </a:pPr>
            <a:r>
              <a:t>10× compute cost  →  2× better calibration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389120"/>
            <a:ext cx="7315200" cy="137160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For fact verification where false confidence is dangerous,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additional debate rounds are a worthwhile investment.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400">
                <a:solidFill>
                  <a:srgbClr val="94A3B8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